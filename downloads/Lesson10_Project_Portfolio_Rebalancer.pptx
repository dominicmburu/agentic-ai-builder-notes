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88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10. It takes about 55 minutes. A scheduled workflow that checks a portfolio every day, measures drift and emails a summary.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fruit basket plan: 40% mangoes, 35% oranges, 25% bananas, by value. Prices change, so after a while the mangoes might be worth more than 40% of the basket. The basket has drifted from the plan. Rebalancing means buying and selling a little to get back to the plan. Your workflow does the checking automatically every day, and an AI agent writes a friendly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instructor's starting files are Equity Portfolio Rebalancer.json (a workflow you can import into n8n) and portfolio.xlsx (the holdings). Upload the spreadsheet to Google Sheets. Column names in your files may differ from the ones used below, so adjust to match.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 calculations. Start with a practice portfolio worth $10,000: Value = shares × price. (AAA: 80 × $50 = $4,000) Weight = value ÷ total value. (AAA: $4,000 ÷ $10,000 = 40%) Drift = weight − target weight, in percentage points. A positive number means overweight. Flag the asset if the drift, ignoring its sign, is bigger than your threshold (for example 3 points). Proposed trade for a flagged asset: work out the value it should have (target × total), subtract what it has now, and divide by the price. A positive result means buy, a negative one means sell. Suppose AAA rises 30%, from $50 to $65, and nothing else moves. The total becomes $11,200. Check the AAA trade: the target value is 40% of $11,200 = $4,480. It holds $5,200, so it sells $720 worth, which is $720 ÷ $65 = 11.1 shares.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Trigger. Set it to run once a day at a time you choose. Google Sheets, get rows. Read your holdings. Check that you get one item per asset. Code node, calculate. Does the four calculations above. A ready-made version follows. If you prefer not to use code, you can build the same sums with the Edit Fields node. AI Agent. Give it the results as text with {{ JSON.stringify($input.all().map(i =&gt; i.json)) }} and ask for a short, plain summary. Gmail, send. Send the summary to yourself while testing. Add a Code node, set the language to JavaScript, and the mode to run once for all items. It expects columns named ticker, shares, price and target. A target can be a decimal like 0.4 or a percentage like 40%. To change the threshold, edit the number on the first 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at least five simulated price changes. Change the prices in your test sheet, run the workflow and check the result. Using the practice portfolio above and a 3-point threshold, here is what you should see: If your numbers differ, find out why. A common cause is a target stored as 40% text instead of a number (the code above handles that), or a price column read as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exported workflow file, or screenshots of the canvas. A results table for your five or more tests: change made, what you expected, what you got, pass or fail. A screenshot of one real summary email. A short note: what the threshold does, and what you would change if this were ever used for real.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+5 percentage points: overweight. Weight is 4,500 / 10,000 = 45%. Drift = 45% - 40% = +5 points. 2. It is not flagged: hold. Only drift bigger than the threshold, ignoring the sign, is flagged. 3. No. Every value shrinks by the same share, so nothing drifts. Weights are shares of the total, and equal moves leave the shares unchanged. 4. The AI agent step. The agent writes the summary from the numbers it is given. It should not invent any. 5. On paper or test data only: it is a learning exercise, not financial advice. Never connect a learning workflow to real trading.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2  ·  LESSON 10</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Project: Daily Portfolio Rebalancer</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A scheduled workflow that checks a portfolio every day, measures drift and emails a summary.</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F26B5B"/>
          </a:solidFill>
          <a:ln w="9525">
            <a:solidFill>
              <a:srgbClr val="F26B5B"/>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
        <p:nvSpPr>
          <p:cNvPr id="8" name="Shape 5"/>
          <p:cNvSpPr/>
          <p:nvPr/>
        </p:nvSpPr>
        <p:spPr>
          <a:xfrm>
            <a:off x="6858000" y="3429000"/>
            <a:ext cx="1737360" cy="411480"/>
          </a:xfrm>
          <a:prstGeom prst="roundRect">
            <a:avLst>
              <a:gd name="adj" fmla="val 22222"/>
            </a:avLst>
          </a:prstGeom>
          <a:solidFill>
            <a:srgbClr val="F4B942"/>
          </a:solidFill>
          <a:ln w="9525">
            <a:solidFill>
              <a:srgbClr val="F4B942"/>
            </a:solidFill>
            <a:prstDash val="solid"/>
          </a:ln>
        </p:spPr>
        <p:txBody>
          <a:bodyPr/>
          <a:lstStyle/>
          <a:p>
            <a:endParaRPr lang="en-US"/>
          </a:p>
        </p:txBody>
      </p:sp>
      <p:sp>
        <p:nvSpPr>
          <p:cNvPr id="9" name="Text 6"/>
          <p:cNvSpPr/>
          <p:nvPr/>
        </p:nvSpPr>
        <p:spPr>
          <a:xfrm>
            <a:off x="6858000" y="3429000"/>
            <a:ext cx="1737360" cy="411480"/>
          </a:xfrm>
          <a:prstGeom prst="rect">
            <a:avLst/>
          </a:prstGeom>
          <a:noFill/>
          <a:ln/>
        </p:spPr>
        <p:txBody>
          <a:bodyPr wrap="square" lIns="0" tIns="0" rIns="0" bIns="0" rtlCol="0" anchor="ctr"/>
          <a:lstStyle/>
          <a:p>
            <a:pPr marL="0" indent="0" algn="ctr">
              <a:buNone/>
            </a:pPr>
            <a:r>
              <a:rPr lang="en-US" sz="1600" b="1" dirty="0">
                <a:solidFill>
                  <a:srgbClr val="1B2B34"/>
                </a:solidFill>
                <a:latin typeface="Calibri" pitchFamily="34" charset="0"/>
                <a:ea typeface="Calibri" pitchFamily="34" charset="-122"/>
                <a:cs typeface="Calibri" pitchFamily="34" charset="-120"/>
              </a:rPr>
              <a:t>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Learning exercise only</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Run this on paper or test data only. It is a learning exercise, not financial advice, and it must never place real trades.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idea in plain words</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Imagine a fruit basket plan: 40% mangoes, 35% oranges, 25% bananas, by value.</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Your workflow does the checking automatically every day, and an AI agent writes a friendly summary.</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you must hand in</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Your instructor's starting files are Equity Portfolio Rebalancer.json (a workflow you can import into n8n) and portfolio.xlsx (the holdings).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maths, with a worked example</a:t>
            </a:r>
            <a:endParaRPr lang="en-US" sz="30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Value = shares × price. (AAA: 80 × $50 = $4,000)</a:t>
            </a:r>
            <a:endParaRPr lang="en-US" sz="1800" dirty="0"/>
          </a:p>
        </p:txBody>
      </p:sp>
      <p:sp>
        <p:nvSpPr>
          <p:cNvPr id="8" name="Shape 5"/>
          <p:cNvSpPr/>
          <p:nvPr/>
        </p:nvSpPr>
        <p:spPr>
          <a:xfrm>
            <a:off x="548640" y="1965960"/>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Weight = value ÷ total value. (AAA: $4,000 ÷ $10,000 = 40%)</a:t>
            </a:r>
            <a:endParaRPr lang="en-US" sz="1800" dirty="0"/>
          </a:p>
        </p:txBody>
      </p:sp>
      <p:sp>
        <p:nvSpPr>
          <p:cNvPr id="11" name="Shape 8"/>
          <p:cNvSpPr/>
          <p:nvPr/>
        </p:nvSpPr>
        <p:spPr>
          <a:xfrm>
            <a:off x="548640" y="2651760"/>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Drift = weight − target weight, in percentage points. A positive number means overweight.</a:t>
            </a:r>
            <a:endParaRPr lang="en-US" sz="1800" dirty="0"/>
          </a:p>
        </p:txBody>
      </p:sp>
      <p:sp>
        <p:nvSpPr>
          <p:cNvPr id="14" name="Shape 11"/>
          <p:cNvSpPr/>
          <p:nvPr/>
        </p:nvSpPr>
        <p:spPr>
          <a:xfrm>
            <a:off x="548640" y="3337560"/>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Flag the asset if the drift, ignoring its sign, is bigger than your threshold (for example 3 points).</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workflow, step by step</a:t>
            </a:r>
            <a:endParaRPr lang="en-US" sz="3000" dirty="0"/>
          </a:p>
        </p:txBody>
      </p:sp>
      <p:sp>
        <p:nvSpPr>
          <p:cNvPr id="5" name="Shape 2"/>
          <p:cNvSpPr/>
          <p:nvPr/>
        </p:nvSpPr>
        <p:spPr>
          <a:xfrm>
            <a:off x="502920" y="1280160"/>
            <a:ext cx="8138160" cy="1910200"/>
          </a:xfrm>
          <a:prstGeom prst="roundRect">
            <a:avLst>
              <a:gd name="adj" fmla="val 4787"/>
            </a:avLst>
          </a:prstGeom>
          <a:solidFill>
            <a:srgbClr val="FFFFFF"/>
          </a:solidFill>
          <a:ln w="12700">
            <a:solidFill>
              <a:srgbClr val="CFE3E1"/>
            </a:solidFill>
            <a:prstDash val="solid"/>
          </a:ln>
        </p:spPr>
        <p:txBody>
          <a:bodyPr/>
          <a:lstStyle/>
          <a:p>
            <a:endParaRPr lang="en-US"/>
          </a:p>
        </p:txBody>
      </p:sp>
      <p:pic>
        <p:nvPicPr>
          <p:cNvPr id="6" name="Image 0" descr="The whole project in five boxes."/>
          <p:cNvPicPr>
            <a:picLocks noChangeAspect="1"/>
          </p:cNvPicPr>
          <p:nvPr/>
        </p:nvPicPr>
        <p:blipFill>
          <a:blip r:embed="rId3"/>
          <a:stretch>
            <a:fillRect/>
          </a:stretch>
        </p:blipFill>
        <p:spPr>
          <a:xfrm>
            <a:off x="502920" y="1417320"/>
            <a:ext cx="8138160" cy="1635880"/>
          </a:xfrm>
          <a:prstGeom prst="rect">
            <a:avLst/>
          </a:prstGeom>
        </p:spPr>
      </p:pic>
      <p:sp>
        <p:nvSpPr>
          <p:cNvPr id="7" name="Text 3"/>
          <p:cNvSpPr/>
          <p:nvPr/>
        </p:nvSpPr>
        <p:spPr>
          <a:xfrm>
            <a:off x="502920" y="3327520"/>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The whole project in five boxes.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workflow, step by step</a:t>
            </a:r>
            <a:endParaRPr lang="en-US" sz="3000" dirty="0"/>
          </a:p>
        </p:txBody>
      </p:sp>
      <p:sp>
        <p:nvSpPr>
          <p:cNvPr id="4"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Schedule Trigger. Set it to run once a day at a time you choose.</a:t>
            </a:r>
            <a:endParaRPr lang="en-US" sz="1600" dirty="0"/>
          </a:p>
        </p:txBody>
      </p:sp>
      <p:sp>
        <p:nvSpPr>
          <p:cNvPr id="7"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8"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Google Sheets, get rows. Read your holdings. Check that you get one item per asset.</a:t>
            </a:r>
            <a:endParaRPr lang="en-US" sz="1600" dirty="0"/>
          </a:p>
        </p:txBody>
      </p:sp>
      <p:sp>
        <p:nvSpPr>
          <p:cNvPr id="10"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1"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Code node, calculate.</a:t>
            </a:r>
            <a:endParaRPr lang="en-US" sz="1600" dirty="0"/>
          </a:p>
        </p:txBody>
      </p:sp>
      <p:sp>
        <p:nvSpPr>
          <p:cNvPr id="13"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4"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AI Agent. Give it the results as text with {{ JSON.stringify($input.all().map(i =&gt; i.json)) }} and ask for a short…</a:t>
            </a:r>
            <a:endParaRPr lang="en-US" sz="1600" dirty="0"/>
          </a:p>
        </p:txBody>
      </p:sp>
      <p:sp>
        <p:nvSpPr>
          <p:cNvPr id="16"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7"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Gmail, send. Send the summary to yourself while testing.</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Prompt for the summary agent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PROMPT FOR THE SUMMARY AGENT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200" dirty="0">
                <a:solidFill>
                  <a:srgbClr val="FFFFFF"/>
                </a:solidFill>
                <a:latin typeface="Consolas" pitchFamily="34" charset="0"/>
                <a:ea typeface="Consolas" pitchFamily="34" charset="-122"/>
                <a:cs typeface="Consolas" pitchFamily="34" charset="-120"/>
              </a:rPr>
              <a:t>You write a short daily portfolio note for a learner using a PRACTICE portfolio.</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Below is a list of assets with their weight, target, drift, and a proposed action.</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Write: (1) one sentence on overall balance, (2) one line per flagged asset with the proposed trade, (3) the words "Practice data only. Not financial advice."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Use only the numbers provided. Do not invent prices or news.</a:t>
            </a:r>
            <a:endParaRPr lang="en-US" sz="1200" dirty="0"/>
          </a:p>
          <a:p>
            <a:pPr marL="0" indent="0">
              <a:buNone/>
            </a:pP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DATA:</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(the calculated results go here)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Testing with simulated price changes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Price change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 result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AAA up 10%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No flags. The biggest drift is 2.3 points, under the threshold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BBB down 10%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No flags. The biggest drift is 2.4 points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CCC doubles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All flagged. Buy about 20.0 AAA and 8.8 BBB, sell about 93.8 CCC</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Every price down 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No flags. All weights stay the same, so nothing drifts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AAA up 30%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AAA flagged: sell about 11.1. BBB flagged: buy about 4.2. CCC holds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to hand in</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Your exported workflow file, or screenshots of the canvas.</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A results table for your five or more tests: change made, what you expected, what you got, pass or fail.</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A screenshot of one real summary email.</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A short note: what the threshold does, and what you would change if this were ever used for real.</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What to hand in (worksheet)</a:t>
            </a:r>
            <a:endParaRPr lang="en-US" sz="3000" dirty="0"/>
          </a:p>
        </p:txBody>
      </p:sp>
      <p:sp>
        <p:nvSpPr>
          <p:cNvPr id="4"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Test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Change made</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Expected</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Got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Pass?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the project is marked</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Points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Full marks when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Schedule and data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Runs daily and reads every holding correctly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Calculation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Weights, drift and proposed trades are correct…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Agent summary and email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Clear summary using only provided numbers, sent by email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Tests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Five or more simulated changes, each checked against an expected…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Safety and notes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Uses practice data, states it is not financial advice…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A portfolio is worth $10,000. Asset A is worth $4,500 and its target is 40%. What is its drift?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The threshold is 3 points and an asset has drifted 2.4 points. What happens?</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All prices fall by exactly 5%. Do the weights change?</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Which step turns the calculated numbers into a readable note?</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Where should you run this project?</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Portfolio</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collection of investments held together. In this project, practice data only.</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Weight</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An asset's value as a share of the whole portfolio's value.</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Target weight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share you planned for an asset.</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Drift</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difference between an asset's weight and its target, in percentage points.</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Threshold</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drift size above which an asset is flagged.</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Rebalancing</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Buying and selling to bring weights back to their targets.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schedule trigger makes a workflow run by itself every day.</a:t>
            </a:r>
            <a:endParaRPr lang="en-US" sz="1600" dirty="0"/>
          </a:p>
        </p:txBody>
      </p:sp>
      <p:sp>
        <p:nvSpPr>
          <p:cNvPr id="8" name="Shape 4"/>
          <p:cNvSpPr/>
          <p:nvPr/>
        </p:nvSpPr>
        <p:spPr>
          <a:xfrm>
            <a:off x="548640" y="20802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180844"/>
            <a:ext cx="256032" cy="256032"/>
          </a:xfrm>
          <a:prstGeom prst="rect">
            <a:avLst/>
          </a:prstGeom>
        </p:spPr>
      </p:pic>
      <p:sp>
        <p:nvSpPr>
          <p:cNvPr id="10" name="Text 5"/>
          <p:cNvSpPr/>
          <p:nvPr/>
        </p:nvSpPr>
        <p:spPr>
          <a:xfrm>
            <a:off x="1234440" y="20528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Weight = value / total. Drift = weight - target. Flag when the drift passes the threshold.</a:t>
            </a:r>
            <a:endParaRPr lang="en-US" sz="1600" dirty="0"/>
          </a:p>
        </p:txBody>
      </p:sp>
      <p:sp>
        <p:nvSpPr>
          <p:cNvPr id="11" name="Shape 6"/>
          <p:cNvSpPr/>
          <p:nvPr/>
        </p:nvSpPr>
        <p:spPr>
          <a:xfrm>
            <a:off x="548640" y="28803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2980944"/>
            <a:ext cx="256032" cy="256032"/>
          </a:xfrm>
          <a:prstGeom prst="rect">
            <a:avLst/>
          </a:prstGeom>
        </p:spPr>
      </p:pic>
      <p:sp>
        <p:nvSpPr>
          <p:cNvPr id="13" name="Text 7"/>
          <p:cNvSpPr/>
          <p:nvPr/>
        </p:nvSpPr>
        <p:spPr>
          <a:xfrm>
            <a:off x="1234440" y="28529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Test with simulated price changes and compare to expected results before trusting any workflow.</a:t>
            </a:r>
            <a:endParaRPr lang="en-US" sz="1600" dirty="0"/>
          </a:p>
        </p:txBody>
      </p:sp>
      <p:sp>
        <p:nvSpPr>
          <p:cNvPr id="14" name="Shape 8"/>
          <p:cNvSpPr/>
          <p:nvPr/>
        </p:nvSpPr>
        <p:spPr>
          <a:xfrm>
            <a:off x="548640" y="36804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15" name="Image 3" descr="icon"/>
          <p:cNvPicPr>
            <a:picLocks noChangeAspect="1"/>
          </p:cNvPicPr>
          <p:nvPr/>
        </p:nvPicPr>
        <p:blipFill>
          <a:blip r:embed="rId3"/>
          <a:stretch>
            <a:fillRect/>
          </a:stretch>
        </p:blipFill>
        <p:spPr>
          <a:xfrm>
            <a:off x="649224" y="3781044"/>
            <a:ext cx="256032" cy="256032"/>
          </a:xfrm>
          <a:prstGeom prst="rect">
            <a:avLst/>
          </a:prstGeom>
        </p:spPr>
      </p:pic>
      <p:sp>
        <p:nvSpPr>
          <p:cNvPr id="16" name="Text 9"/>
          <p:cNvSpPr/>
          <p:nvPr/>
        </p:nvSpPr>
        <p:spPr>
          <a:xfrm>
            <a:off x="1234440" y="36530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This is practice data only, never financial advice.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Week 3 begins. Lesson 11 adds voice: build a conversational voice agent with ElevenLabs.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1868</Words>
  <Application>Microsoft Office PowerPoint</Application>
  <PresentationFormat>On-screen Show (16:9)</PresentationFormat>
  <Paragraphs>159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 Project: Daily Portfolio Rebalancer</dc:title>
  <dc:subject>PptxGenJS Presentation</dc:subject>
  <dc:creator>Agentic AI Builder</dc:creator>
  <cp:lastModifiedBy>DEV DOMINIC</cp:lastModifiedBy>
  <cp:revision>2</cp:revision>
  <dcterms:created xsi:type="dcterms:W3CDTF">2026-10-28T23:53:08Z</dcterms:created>
  <dcterms:modified xsi:type="dcterms:W3CDTF">2026-10-29T00:00:13Z</dcterms:modified>
</cp:coreProperties>
</file>