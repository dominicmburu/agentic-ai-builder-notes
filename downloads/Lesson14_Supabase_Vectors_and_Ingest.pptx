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937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14. It takes about 55 minutes. Build the filing cabinet, load your data into it, and check that the search finds the right things.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is an online database service built on PostgreSQL. It has a free tier. An add-on called pgvector lets it store embeddings and find the closest ones.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free Supabase account and a new project. Save the database password somewhere safe. Open the SQL Editor. Paste the code below and run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Supabase, open the project settings and find the project URL and the API keys. n8n's Supabase credential asks for the URL and a key.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your data. Use a Google Sheets node, or the node that reads a spreadsheet file, to get one item per product. Make each row one readable chunk. Use an Edit Fields node to build a sentence that includes the product name, so context is never lost: {{ $json.Name }} ({{ $json.Category }}). {{ $json.Description }} Price: {{ $json.Price }}. Add the Supabase Vector Store node with the operation to add documents. Pick your table and connect an embeddings model node and a document loader. Add metadata in the loader: the product name, category and any ID. Metadata lets you filter later and show where an answer came from. Run it once and open the table in Supabase. You should see one row per product, with text, metadata and a long embedding.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trust a search you have not tested. A quick method: Pick 10 products at random from your file. For each one, write a natural question about it, for example “How much is the quiet blender?” Ask each question through a search-only workflow (a vector store node set to retrieve, with no agent yet). Check whether the right product appears in the top 3 results. Eight or more out of ten in the top three is a healthy start. If you get fewer, change the chunk text (add the name, category and key words) and re-load before changing anything else.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The ability to store embeddings and search by closeness. pgvector is the add-on that makes a normal database into a vector store. 2. A table and an embedding model with different lengths cannot work together. A dimension mismatch is the most common error. 3. To filter results and show where an answer came from. Metadata such as the product name and category makes results traceable and filterable. 4. Inside an n8n credential. The service key is a master key. Keep it out of anything shared. 5. Ask questions about 10 random products and see if each appears in the top 3. Test retrieval separately before adding an agent on top.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3  ·  LESSON 14</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Supabase vectors and data ingest</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Build the filing cabinet, load your data into it, and check that the search finds the right things.</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Supabase gives you a database that can store embeddings and search them by closeness. An n8n workflow reads your data, embeds it and files it there. Then you test the search before you trust it.</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Create a vector table in Supabase.</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Build an n8n ingestion workflow that loads product data with metadata.</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Check retrieval quality with a quick test.</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filing cabinet with a smart assistant</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normal database is a cabinet where you find a file by its exact label. A vector database is a cabinet where you can say “bring me whatever is about returning shoes” and it brings the nearest matches.</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Step 1: create the table</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Create a free Supabase account and a new project. Save the database password somewhere safe.</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Open the SQL Editor.</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Paste the code below and run it.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The number 1536 must match your embedding model</a:t>
            </a:r>
            <a:endParaRPr lang="en-US" sz="22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This is the length of each embedding. It must be identical to the length your embedding model produces. A common OpenAI embedding model produces 1536. If you pick another model, check its length in its documentation and change the number in both places. A mismatch is the most common error in this lesson.</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service key is a master key</a:t>
            </a:r>
            <a:endParaRPr lang="en-US" sz="3000" dirty="0"/>
          </a:p>
        </p:txBody>
      </p:sp>
      <p:sp>
        <p:nvSpPr>
          <p:cNvPr id="5"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6"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7"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8"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9"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The service role key can read and write everything and skips the safety rules. Put it only inside an n8n credential. Never paste it into a web page, a chat, a screenshot or a public GitHub repository. If it leaks, rotate it in Supabase straight away.</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Step 3: the ingestion workflow</a:t>
            </a:r>
            <a:endParaRPr lang="en-US" sz="3000" dirty="0"/>
          </a:p>
        </p:txBody>
      </p:sp>
      <p:sp>
        <p:nvSpPr>
          <p:cNvPr id="5" name="Shape 2"/>
          <p:cNvSpPr/>
          <p:nvPr/>
        </p:nvSpPr>
        <p:spPr>
          <a:xfrm>
            <a:off x="502920" y="1280160"/>
            <a:ext cx="8138160" cy="2171391"/>
          </a:xfrm>
          <a:prstGeom prst="roundRect">
            <a:avLst>
              <a:gd name="adj" fmla="val 4211"/>
            </a:avLst>
          </a:prstGeom>
          <a:solidFill>
            <a:srgbClr val="FFFFFF"/>
          </a:solidFill>
          <a:ln w="12700">
            <a:solidFill>
              <a:srgbClr val="CFE3E1"/>
            </a:solidFill>
            <a:prstDash val="solid"/>
          </a:ln>
        </p:spPr>
        <p:txBody>
          <a:bodyPr/>
          <a:lstStyle/>
          <a:p>
            <a:endParaRPr lang="en-US"/>
          </a:p>
        </p:txBody>
      </p:sp>
      <p:pic>
        <p:nvPicPr>
          <p:cNvPr id="6" name="Image 0" descr="Run once to load, and again when the data changes."/>
          <p:cNvPicPr>
            <a:picLocks noChangeAspect="1"/>
          </p:cNvPicPr>
          <p:nvPr/>
        </p:nvPicPr>
        <p:blipFill>
          <a:blip r:embed="rId3"/>
          <a:stretch>
            <a:fillRect/>
          </a:stretch>
        </p:blipFill>
        <p:spPr>
          <a:xfrm>
            <a:off x="502920" y="1417320"/>
            <a:ext cx="8138160" cy="1897071"/>
          </a:xfrm>
          <a:prstGeom prst="rect">
            <a:avLst/>
          </a:prstGeom>
        </p:spPr>
      </p:pic>
      <p:sp>
        <p:nvSpPr>
          <p:cNvPr id="7" name="Text 3"/>
          <p:cNvSpPr/>
          <p:nvPr/>
        </p:nvSpPr>
        <p:spPr>
          <a:xfrm>
            <a:off x="502920" y="3588711"/>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Run once to load, and again when the data changes.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Step 3: the ingestion workflow</a:t>
            </a:r>
            <a:endParaRPr lang="en-US" sz="3000" dirty="0"/>
          </a:p>
        </p:txBody>
      </p:sp>
      <p:sp>
        <p:nvSpPr>
          <p:cNvPr id="4"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Read your data. Use a Google Sheets node, or the node that reads a spreadsheet file, to get one item per product.</a:t>
            </a:r>
            <a:endParaRPr lang="en-US" sz="1600" dirty="0"/>
          </a:p>
        </p:txBody>
      </p:sp>
      <p:sp>
        <p:nvSpPr>
          <p:cNvPr id="7" name="Shape 5"/>
          <p:cNvSpPr/>
          <p:nvPr/>
        </p:nvSpPr>
        <p:spPr>
          <a:xfrm>
            <a:off x="548640" y="1938528"/>
            <a:ext cx="411480" cy="411480"/>
          </a:xfrm>
          <a:prstGeom prst="ellipse">
            <a:avLst/>
          </a:prstGeom>
          <a:solidFill>
            <a:srgbClr val="0B7A75"/>
          </a:solidFill>
          <a:ln w="9525">
            <a:solidFill>
              <a:srgbClr val="0B7A75"/>
            </a:solidFill>
            <a:prstDash val="solid"/>
          </a:ln>
        </p:spPr>
        <p:txBody>
          <a:bodyPr/>
          <a:lstStyle/>
          <a:p>
            <a:endParaRPr lang="en-US"/>
          </a:p>
        </p:txBody>
      </p:sp>
      <p:sp>
        <p:nvSpPr>
          <p:cNvPr id="8"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Make each row one readable chunk.</a:t>
            </a:r>
            <a:endParaRPr lang="en-US" sz="1600" dirty="0"/>
          </a:p>
        </p:txBody>
      </p:sp>
      <p:sp>
        <p:nvSpPr>
          <p:cNvPr id="10" name="Shape 8"/>
          <p:cNvSpPr/>
          <p:nvPr/>
        </p:nvSpPr>
        <p:spPr>
          <a:xfrm>
            <a:off x="548640" y="2596896"/>
            <a:ext cx="411480" cy="411480"/>
          </a:xfrm>
          <a:prstGeom prst="ellipse">
            <a:avLst/>
          </a:prstGeom>
          <a:solidFill>
            <a:srgbClr val="0B7A75"/>
          </a:solidFill>
          <a:ln w="9525">
            <a:solidFill>
              <a:srgbClr val="0B7A75"/>
            </a:solidFill>
            <a:prstDash val="solid"/>
          </a:ln>
        </p:spPr>
        <p:txBody>
          <a:bodyPr/>
          <a:lstStyle/>
          <a:p>
            <a:endParaRPr lang="en-US"/>
          </a:p>
        </p:txBody>
      </p:sp>
      <p:sp>
        <p:nvSpPr>
          <p:cNvPr id="11"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Add the Supabase Vector Store node with the operation to add documents.</a:t>
            </a:r>
            <a:endParaRPr lang="en-US" sz="1600" dirty="0"/>
          </a:p>
        </p:txBody>
      </p:sp>
      <p:sp>
        <p:nvSpPr>
          <p:cNvPr id="13" name="Shape 11"/>
          <p:cNvSpPr/>
          <p:nvPr/>
        </p:nvSpPr>
        <p:spPr>
          <a:xfrm>
            <a:off x="548640" y="3255264"/>
            <a:ext cx="411480" cy="411480"/>
          </a:xfrm>
          <a:prstGeom prst="ellipse">
            <a:avLst/>
          </a:prstGeom>
          <a:solidFill>
            <a:srgbClr val="0B7A75"/>
          </a:solidFill>
          <a:ln w="9525">
            <a:solidFill>
              <a:srgbClr val="0B7A75"/>
            </a:solidFill>
            <a:prstDash val="solid"/>
          </a:ln>
        </p:spPr>
        <p:txBody>
          <a:bodyPr/>
          <a:lstStyle/>
          <a:p>
            <a:endParaRPr lang="en-US"/>
          </a:p>
        </p:txBody>
      </p:sp>
      <p:sp>
        <p:nvSpPr>
          <p:cNvPr id="14"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Add metadata in the loader: the product name, category and any ID.</a:t>
            </a:r>
            <a:endParaRPr lang="en-US" sz="1600" dirty="0"/>
          </a:p>
        </p:txBody>
      </p:sp>
      <p:sp>
        <p:nvSpPr>
          <p:cNvPr id="16" name="Shape 14"/>
          <p:cNvSpPr/>
          <p:nvPr/>
        </p:nvSpPr>
        <p:spPr>
          <a:xfrm>
            <a:off x="548640" y="3913632"/>
            <a:ext cx="411480" cy="411480"/>
          </a:xfrm>
          <a:prstGeom prst="ellipse">
            <a:avLst/>
          </a:prstGeom>
          <a:solidFill>
            <a:srgbClr val="0B7A75"/>
          </a:solidFill>
          <a:ln w="9525">
            <a:solidFill>
              <a:srgbClr val="0B7A75"/>
            </a:solidFill>
            <a:prstDash val="solid"/>
          </a:ln>
        </p:spPr>
        <p:txBody>
          <a:bodyPr/>
          <a:lstStyle/>
          <a:p>
            <a:endParaRPr lang="en-US"/>
          </a:p>
        </p:txBody>
      </p:sp>
      <p:sp>
        <p:nvSpPr>
          <p:cNvPr id="17"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Run it once and open the table in Supabase. You should see one row per product, with text, metadata and a long embedding.</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Step 4: test the retrieval</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Pick 10 products at random from your file.</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For each one, write a natural question about it, for example “How much is the quiet blender?”</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Ask each question through a search-only workflow (a vector store node set to retrieve, with no agent yet).</a:t>
            </a:r>
            <a:endParaRPr lang="en-US" sz="1800" dirty="0"/>
          </a:p>
        </p:txBody>
      </p:sp>
      <p:sp>
        <p:nvSpPr>
          <p:cNvPr id="14" name="Shape 11"/>
          <p:cNvSpPr/>
          <p:nvPr/>
        </p:nvSpPr>
        <p:spPr>
          <a:xfrm>
            <a:off x="548640" y="3337560"/>
            <a:ext cx="411480" cy="411480"/>
          </a:xfrm>
          <a:prstGeom prst="ellipse">
            <a:avLst/>
          </a:prstGeom>
          <a:solidFill>
            <a:srgbClr val="0B7A75"/>
          </a:solidFill>
          <a:ln w="9525">
            <a:solidFill>
              <a:srgbClr val="0B7A75"/>
            </a:solidFill>
            <a:prstDash val="solid"/>
          </a:ln>
        </p:spPr>
        <p:txBody>
          <a:bodyPr/>
          <a:lstStyle/>
          <a:p>
            <a:endParaRPr lang="en-US"/>
          </a:p>
        </p:txBody>
      </p:sp>
      <p:sp>
        <p:nvSpPr>
          <p:cNvPr id="15" name="Text 12"/>
          <p:cNvSpPr/>
          <p:nvPr/>
        </p:nvSpPr>
        <p:spPr>
          <a:xfrm>
            <a:off x="548640" y="3337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3192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Check whether the right product appears in the top 3 results.</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Step 4: test the retrieval (worksheet)</a:t>
            </a:r>
            <a:endParaRPr lang="en-US" sz="2600" dirty="0"/>
          </a:p>
        </p:txBody>
      </p:sp>
      <p:sp>
        <p:nvSpPr>
          <p:cNvPr id="4"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Product</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My question</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In top 3? (yes / no)</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DONE WHEN…</a:t>
            </a:r>
            <a:endParaRPr lang="en-US" sz="1200" dirty="0"/>
          </a:p>
        </p:txBody>
      </p:sp>
      <p:sp>
        <p:nvSpPr>
          <p:cNvPr id="6" name="Text 3"/>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The documents table exists in Supabase</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Every product is a row with text, metadata and an embedding</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I loaded the data only once and there are no duplicates</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I ran the 10-product test and recorded the results</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My service key lives only in an n8n credential</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does pgvector add to a PostgreSQL database?</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Why must the vector size (such as 1536) match your embedding model?</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Why add metadata to each chunk?</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What is the safest place for the Supabase service key?</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How do you check whether the search is good?</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Supabase</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An online database service built on PostgreSQL, with a free tier.</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PostgreSQL</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widely used database. Supabase is built on it.</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pgvector</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An add-on that lets PostgreSQL store and search embeddings.</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Metadata</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Extra labels attached to a chunk, such as product name and category.</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Dimensions</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length of an embedding, for example 1536 numbers.</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Service key</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master key for your Supabase project. Never share it.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Supabase with pgvector is the vector store: one row per chunk, holding text, metadata and an embedding.</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ingestion workflow reads data, builds a readable chunk for each row, adds metadata, embeds it and stores it. Load once.</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Test retrieval with 10 random products before adding an agent. Match the vector size to your embedding model and guard your service key.</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15, the Week 3 project: a Product Expert voice agent that answers from your product data and declines what it should not answer.</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1545</Words>
  <Application>Microsoft Office PowerPoint</Application>
  <PresentationFormat>On-screen Show (16:9)</PresentationFormat>
  <Paragraphs>125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14: Supabase vectors and data ingest</dc:title>
  <dc:subject>PptxGenJS Presentation</dc:subject>
  <dc:creator>Agentic AI Builder</dc:creator>
  <cp:lastModifiedBy>DEV DOMINIC</cp:lastModifiedBy>
  <cp:revision>2</cp:revision>
  <dcterms:created xsi:type="dcterms:W3CDTF">2026-10-28T23:53:08Z</dcterms:created>
  <dcterms:modified xsi:type="dcterms:W3CDTF">2026-10-29T00:01:47Z</dcterms:modified>
</cp:coreProperties>
</file>