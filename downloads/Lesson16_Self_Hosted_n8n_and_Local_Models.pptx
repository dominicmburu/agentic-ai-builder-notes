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0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16. It takes about 50 minutes. Run n8n and an AI model on your own computer, and know when that is worth it.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common ways. Pick one. Docker runs programs in sealed boxes called containers, so they do not mess up your computer. Install Docker Desktop first, then run: Then open http://localhost:5678 in your browser. The -v n8n_data:... part saves your workflows. Without it, they vanish when the container stops. If you have Node.js installed, one line is enough: It downloads n8n and starts it on the same address. Docker is better for something you keep running. npx is quicker for trying it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is a free program that downloads open models and runs them locally. Install Ollama from its website. Download a small model. Start small, because bigger models need more memory: terminal ollama pull llama3.2 Try it in the terminal: ollama run llama3.2. Type a question and press Enter. Ollama also runs a small server at http://localhost:11434 that other programs, such as n8n, can talk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agent, replace the chat model with the Ollama Chat Model node. Create an Ollama credential. The base URL depends on where n8n runs: Why the difference? Inside a Docker box, “localhost” means the box itself, not your computer. host.docker.internal is the name for “the computer that is running this box”. On some Linux setups you may also need to add a flag so this name works. Choose the model name you pulled, for example llama3.2. Run your agent and compare the answer to the cloud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webhook on your own computer has an address like localhost, which only your computer can see. ElevenLabs cannot call it. A tunnel such as ngrok gives your local n8n a temporary public address. ngrok prints an address that starts with https://. Tell n8n to use it for its webhook addresses by setting the WEBHOOK_URL setting when you start n8n: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Your data can stay on your own machine. Privacy and control are the reasons. Small local models are usually weaker. 2. So your workflows are saved when the container stops. Without a volume, the data disappears with the container. 3. http://host.docker.internal:11434. Inside the box, localhost means the box itself. host.docker.internal means the computer. 4. Gives your local n8n a temporary public address. It lets outside services, such as a voice agent, reach your local webhook. 5. You do the updates, backups and fixes yourself. Control comes with responsibility.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4  ·  LESSON 16</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Self-hosted n8n and local models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Run n8n and an AI model on your own computer, and know when that is worth it.</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t>
            </a:r>
            <a:r>
              <a:rPr lang="en-US" sz="1400">
                <a:solidFill>
                  <a:srgbClr val="E8F3F2"/>
                </a:solidFill>
                <a:latin typeface="Calibri" pitchFamily="34" charset="0"/>
                <a:ea typeface="Calibri" pitchFamily="34" charset="-122"/>
                <a:cs typeface="Calibri" pitchFamily="34" charset="-120"/>
              </a:rPr>
              <a:t>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So far you used n8n and models that live on other companies' computers. You can also run both on your own machine. You gain privacy and control. You take on setup, updates and a slower model.</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the trade-offs of cloud versus self-hosted n8n and of cloud versus local models.</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Run n8n locally with Docker or with npx.</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Run a small model with Ollama and use it from an n8n agent.</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Eating out or cooking at home</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restaurant (cloud) is quick, someone else does the work, and you pay per meal. Cooking at home (self-hosted) gives you full control over ingredients and nobody sees what you eat, but you buy the equipment, shop, and wash up.</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Why run things yourself?</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Cloud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Self-hosted / local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Setup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Sign up and go</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Install and configure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Privacy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Data goes to another company's servers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Data can stay on your machine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Subscription or per use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Free software, but you pay in electricity, hardware and time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Quality of model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Strongest models available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Smaller models. Good for simple jobs, weaker for hard ones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Speed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Fast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Depends on your computer. Can be slow without a good graphics card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Back up before you rely on it</a:t>
            </a:r>
            <a:endParaRPr lang="en-US" sz="30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Your workflows and credentials live on your computer now. If the disk dies, so do they. Export important workflows as files and keep a copy elsewhere.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Run a model on your computer with Ollama</a:t>
            </a:r>
            <a:endParaRPr lang="en-US" sz="26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Install Ollama from its website.</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Download a small model. Start small, because bigger models need more memory: terminal ollama pull llama3.2</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Try it in the terminal: ollama run llama3.2. Type a question and press Enter.</a:t>
            </a:r>
            <a:endParaRPr lang="en-US" sz="1800" dirty="0"/>
          </a:p>
        </p:txBody>
      </p:sp>
      <p:sp>
        <p:nvSpPr>
          <p:cNvPr id="14" name="Shape 11"/>
          <p:cNvSpPr/>
          <p:nvPr/>
        </p:nvSpPr>
        <p:spPr>
          <a:xfrm>
            <a:off x="548640" y="3337560"/>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Ollama also runs a small server at http://localhost:11434 that other programs, such as n8n, can talk to.</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Connect n8n to Ollama</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In your agent, replace the chat model with the Ollama Chat Model node.</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Create an Ollama credential. The base URL depends on where n8n runs: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Connect n8n to Ollama</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Where n8n runs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Base URL to use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Directly on your computer (npx)</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http://localhost:11434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Inside Docker, Ollama on the computer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http://host.docker.internal:11434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Connect n8n to Ollama</a:t>
            </a:r>
            <a:endParaRPr lang="en-US" sz="30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Choose the model name you pulled, for example llama3.2.</a:t>
            </a:r>
            <a:endParaRPr lang="en-US" sz="1800" dirty="0"/>
          </a:p>
        </p:txBody>
      </p:sp>
      <p:sp>
        <p:nvSpPr>
          <p:cNvPr id="7"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Run your agent and compare the answer to the cloud model.</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tunnel opens your computer to the internet</a:t>
            </a:r>
            <a:endParaRPr lang="en-US" sz="22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Anyone with the address can reach your n8n. Use a strong n8n login, secure your webhooks with a secret header, and close the tunnel when you are not using it. Free tunnel addresses usually change every time you restart.</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Run n8n locally, connect a local model, and compare it to a cloud model on the same three questions.</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n8n opens at localhost:5678 and my workflow survives a restart</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Ollama answers a question in the terminal</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An n8n agent answers using the local model</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compared quality and speed against a cloud model</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Bonus: a tunnel made a webhook reachable from outside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is the main benefit of running a model locally?</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Why does the docker run command include -v n8n_data:/home/node/.n8n?</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n8n runs inside Docker and Ollama runs on your computer. Which base URL do you use?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does a tunnel such as ngrok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Which is a real cost of self-hosting?</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Self-hosted</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Running software on a computer you control instead of the provider's servers.</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Docker</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tool that runs programs in sealed boxes called containers.</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Container</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sealed box holding a program and everything it needs.</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Volume</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place outside the container where data is saved so it survives restarts.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npx</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Node.js command that downloads and runs a tool in one step.</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Ollama</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free program that downloads and runs open AI models on your computer.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Self-hosting trades convenience for privacy and control. You handle setup, updates and backups.</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n8n runs locally with Docker (use a volume) or npx. Ollama runs models locally. The base URL depends on whether n8n is inside Docker.</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Local models are usually smaller and slower, and weaker with tools. A tunnel exposes your local webhooks, so secure them.</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17, advanced integrations: sending data with POST, splitting work into sub-workflows, and handling errors gracefully.</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1560</Words>
  <Application>Microsoft Office PowerPoint</Application>
  <PresentationFormat>On-screen Show (16:9)</PresentationFormat>
  <Paragraphs>135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16: Self-hosted n8n and local models</dc:title>
  <dc:subject>PptxGenJS Presentation</dc:subject>
  <dc:creator>Agentic AI Builder</dc:creator>
  <cp:lastModifiedBy>DEV DOMINIC</cp:lastModifiedBy>
  <cp:revision>2</cp:revision>
  <dcterms:created xsi:type="dcterms:W3CDTF">2026-10-28T23:53:08Z</dcterms:created>
  <dcterms:modified xsi:type="dcterms:W3CDTF">2026-10-29T00:02:39Z</dcterms:modified>
</cp:coreProperties>
</file>