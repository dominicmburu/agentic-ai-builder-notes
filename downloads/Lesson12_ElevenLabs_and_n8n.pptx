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81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12. It takes about 45 minutes. Choose who runs the show, and use a webhook as the bridge.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Pattern B, the voice agent needs a way to ask n8n to do something. That bridge is the webhook from Lesson 9: an address that wakes up a workflow. The agent's “tool” is simply a call to that address. In n8n: add a Webhook node. Set the method to POST and choose a path. Set it to respond using a Respond to Webhook node, so the answer goes back to the agent. Do the work. For a callback booking, add a node that writes a row to a Google Sheet with the name, phone number and time. Reply. Add a Respond to Webhook node that returns a short answer such as {"result": "Callback booked for 3 pm"}. In ElevenLabs: open the agent's tools and add a webhook tool (some versions call it a server tool). Paste the n8n address, choose POST, and describe the tool in plain words: “Use this to book a callback. It needs the caller's name, phone number and preferred time.” Tell the agent when to use it, in its system prompt.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Pattern A, n8n calls ElevenLabs the same way it calls any API, using the HTTP Request node. The key goes in a header, as in Lesson 1. Text to speech: a POST request that sends the reply text and chooses a voice. It returns audio. Speech to text: a POST request that sends an audio file. It returns the written words. The exact address, header names and fields are in the ElevenLabs API documentation, and they change from time to time. Always copy from the current docs. Store the key in an n8n credential, never inside the workflow text.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n8n, which calls ElevenLabs when it needs speech. Pattern A is n8n orchestration. 2. Lower latency and access to advanced voice features. Pattern B lets ElevenLabs run the conversation natively. The price is two systems to keep in step. 3. A webhook. The agent's tool calls the webhook address, which starts the workflow. 4. Pattern A. Pattern A has fewer moving parts and makes it easy to swap one service for another. 5. The agent uses the test URL, or the workflow is not active. A live agent needs the production URL, and the workflow must be active.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3  ·  LESSON 12</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Joining ElevenLabs and n8n: two patterns</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Choose who runs the show, and use a webhook as the bridge.</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There are two ways to join a voice agent to n8n. In Pattern A, n8n runs everything and borrows ElevenLabs for speech. In Pattern B, ElevenLabs runs the conversation and calls an n8n workflow when it needs something done.</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Compare the two integration patterns and choose one for a project.</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Call ElevenLabs for text-to-speech and speech-to-text from an n8n workflow.</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Give a voice agent a tool that triggers an n8n workflow.</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two patterns</a:t>
            </a:r>
            <a:endParaRPr lang="en-US" sz="3000" dirty="0"/>
          </a:p>
        </p:txBody>
      </p:sp>
      <p:sp>
        <p:nvSpPr>
          <p:cNvPr id="4" name="Shape 2"/>
          <p:cNvSpPr/>
          <p:nvPr/>
        </p:nvSpPr>
        <p:spPr>
          <a:xfrm>
            <a:off x="502920" y="1280160"/>
            <a:ext cx="8138160" cy="3474720"/>
          </a:xfrm>
          <a:prstGeom prst="roundRect">
            <a:avLst>
              <a:gd name="adj" fmla="val 2632"/>
            </a:avLst>
          </a:prstGeom>
          <a:solidFill>
            <a:srgbClr val="FFFFFF"/>
          </a:solidFill>
          <a:ln w="12700">
            <a:solidFill>
              <a:srgbClr val="CFE3E1"/>
            </a:solidFill>
            <a:prstDash val="solid"/>
          </a:ln>
        </p:spPr>
        <p:txBody>
          <a:bodyPr/>
          <a:lstStyle/>
          <a:p>
            <a:endParaRPr lang="en-US"/>
          </a:p>
        </p:txBody>
      </p:sp>
      <p:pic>
        <p:nvPicPr>
          <p:cNvPr id="5" name="Image 0" descr="Who is in charge: the box in the middle that is outlined in red."/>
          <p:cNvPicPr>
            <a:picLocks noChangeAspect="1"/>
          </p:cNvPicPr>
          <p:nvPr/>
        </p:nvPicPr>
        <p:blipFill>
          <a:blip r:embed="rId3"/>
          <a:stretch>
            <a:fillRect/>
          </a:stretch>
        </p:blipFill>
        <p:spPr>
          <a:xfrm>
            <a:off x="721112" y="1417320"/>
            <a:ext cx="7701776" cy="3200400"/>
          </a:xfrm>
          <a:prstGeom prst="rect">
            <a:avLst/>
          </a:prstGeom>
        </p:spPr>
      </p:pic>
      <p:sp>
        <p:nvSpPr>
          <p:cNvPr id="6" name="Text 3"/>
          <p:cNvSpPr/>
          <p:nvPr/>
        </p:nvSpPr>
        <p:spPr>
          <a:xfrm>
            <a:off x="502920" y="4892040"/>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Who is in charge: the box in the middle that is outlined in red.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two patterns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Pattern A: n8n orchestrates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Pattern B: ElevenLabs orchestrates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How it works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whole workflow runs in n8n.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voice agent runs in ElevenLabs.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Strengths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Simple. Everything is in one place. Easy to swap one service for…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Lower latency. Access to advanced voice features.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Moving parts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Fewer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More: two systems to keep in step</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Best when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You process audio or text in batches…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You need a natural live conversation that sometimes triggers actions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Who answers the phone</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Pattern A: you answer the phone yourself and ask a translator to help each time. Pattern B: a receptionist answers the phone and walks over to you only when something needs doing.</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bridge: a webhook</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In n8n: add a Webhook node.</a:t>
            </a:r>
            <a:endParaRPr lang="en-US" sz="1600" dirty="0"/>
          </a:p>
        </p:txBody>
      </p:sp>
      <p:sp>
        <p:nvSpPr>
          <p:cNvPr id="8" name="Shape 5"/>
          <p:cNvSpPr/>
          <p:nvPr/>
        </p:nvSpPr>
        <p:spPr>
          <a:xfrm>
            <a:off x="548640" y="1938528"/>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Do the work. For a callback booking, add a node that writes a row to a Google Sheet with the name, phone number and time.</a:t>
            </a:r>
            <a:endParaRPr lang="en-US" sz="1600" dirty="0"/>
          </a:p>
        </p:txBody>
      </p:sp>
      <p:sp>
        <p:nvSpPr>
          <p:cNvPr id="11" name="Shape 8"/>
          <p:cNvSpPr/>
          <p:nvPr/>
        </p:nvSpPr>
        <p:spPr>
          <a:xfrm>
            <a:off x="548640" y="2596896"/>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Reply. Add a Respond to Webhook node that returns a short answer such as {"result": "Callback booked for 3 pm"}.</a:t>
            </a:r>
            <a:endParaRPr lang="en-US" sz="1600" dirty="0"/>
          </a:p>
        </p:txBody>
      </p:sp>
      <p:sp>
        <p:nvSpPr>
          <p:cNvPr id="14" name="Shape 11"/>
          <p:cNvSpPr/>
          <p:nvPr/>
        </p:nvSpPr>
        <p:spPr>
          <a:xfrm>
            <a:off x="548640" y="3255264"/>
            <a:ext cx="411480" cy="411480"/>
          </a:xfrm>
          <a:prstGeom prst="ellipse">
            <a:avLst/>
          </a:prstGeom>
          <a:solidFill>
            <a:srgbClr val="0B7A75"/>
          </a:solidFill>
          <a:ln w="9525">
            <a:solidFill>
              <a:srgbClr val="0B7A75"/>
            </a:solidFill>
            <a:prstDash val="solid"/>
          </a:ln>
        </p:spPr>
        <p:txBody>
          <a:bodyPr/>
          <a:lstStyle/>
          <a:p>
            <a:endParaRPr lang="en-US"/>
          </a:p>
        </p:txBody>
      </p:sp>
      <p:sp>
        <p:nvSpPr>
          <p:cNvPr id="15"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In ElevenLabs: open the agent's tools and add a webhook tool (some versions call it a server tool).</a:t>
            </a:r>
            <a:endParaRPr lang="en-US" sz="1600" dirty="0"/>
          </a:p>
        </p:txBody>
      </p:sp>
      <p:sp>
        <p:nvSpPr>
          <p:cNvPr id="17" name="Shape 14"/>
          <p:cNvSpPr/>
          <p:nvPr/>
        </p:nvSpPr>
        <p:spPr>
          <a:xfrm>
            <a:off x="548640" y="3913632"/>
            <a:ext cx="411480" cy="411480"/>
          </a:xfrm>
          <a:prstGeom prst="ellipse">
            <a:avLst/>
          </a:prstGeom>
          <a:solidFill>
            <a:srgbClr val="0B7A75"/>
          </a:solidFill>
          <a:ln w="9525">
            <a:solidFill>
              <a:srgbClr val="0B7A75"/>
            </a:solidFill>
            <a:prstDash val="solid"/>
          </a:ln>
        </p:spPr>
        <p:txBody>
          <a:bodyPr/>
          <a:lstStyle/>
          <a:p>
            <a:endParaRPr lang="en-US"/>
          </a:p>
        </p:txBody>
      </p:sp>
      <p:sp>
        <p:nvSpPr>
          <p:cNvPr id="18"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Tell the agent when to use it, in its system prompt.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Test address or production address?</a:t>
            </a:r>
            <a:endParaRPr lang="en-US" sz="26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1900" dirty="0">
                <a:solidFill>
                  <a:srgbClr val="1B2B34"/>
                </a:solidFill>
                <a:latin typeface="Calibri" pitchFamily="34" charset="0"/>
                <a:ea typeface="Calibri" pitchFamily="34" charset="-122"/>
                <a:cs typeface="Calibri" pitchFamily="34" charset="-120"/>
              </a:rPr>
              <a:t>The test URL in n8n only works while you are actively listening for a test event. A live agent needs the production URL, and the workflow must be active. This is the most common reason a tool “works in n8n but not from the agent”.</a:t>
            </a:r>
            <a:endParaRPr lang="en-US" sz="1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Lock the door</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1900" dirty="0">
                <a:solidFill>
                  <a:srgbClr val="1B2B34"/>
                </a:solidFill>
                <a:latin typeface="Calibri" pitchFamily="34" charset="0"/>
                <a:ea typeface="Calibri" pitchFamily="34" charset="-122"/>
                <a:cs typeface="Calibri" pitchFamily="34" charset="-120"/>
              </a:rPr>
              <a:t>A webhook is public to anyone who has the address. If the tool settings let you add a secret header, add one, and make the n8n Webhook node require it, so only your agent can trigger the workflow.</a:t>
            </a:r>
            <a:endParaRPr lang="en-US" sz="1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Pattern A in practice</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Text to speech: a POST request that sends the reply text and chooses a voice. It returns audio.</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Speech to text: a POST request that sends an audio file. It returns the written words.</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Build the same task both ways, such as booking a callback. Then compare.</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STEPS</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Task: a caller gives a name, a phone number and a time.</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Pattern B build: an ElevenLabs agent with a webhook tool that calls an n8n workflow.</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Pattern A build: an n8n workflow that takes the request as text, writes the row…</a:t>
            </a:r>
            <a:endParaRPr lang="en-US" sz="1600" dirty="0"/>
          </a:p>
          <a:p>
            <a:pPr marL="342900" indent="-342900">
              <a:spcAft>
                <a:spcPts val="600"/>
              </a:spcAft>
              <a:buSzPct val="100000"/>
              <a:buChar char="●"/>
            </a:pPr>
            <a:r>
              <a:rPr lang="en-US" sz="1600" dirty="0">
                <a:solidFill>
                  <a:srgbClr val="1B2B34"/>
                </a:solidFill>
                <a:latin typeface="Calibri" pitchFamily="34" charset="0"/>
                <a:ea typeface="Calibri" pitchFamily="34" charset="-122"/>
                <a:cs typeface="Calibri" pitchFamily="34" charset="-120"/>
              </a:rPr>
              <a:t>Compare the two using the table below.</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1.  In Pattern A, who runs the whole workflow?</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2.  What are the main strengths of Pattern B?</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3.  What is the bridge between a voice agent and an n8n workflow in Pattern B?</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4.  Which pattern is simplest and keeps everything in one place?</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5.  A webhook tool works when you test in n8n but fails from the live agent. What is the likely cause?</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Pattern A</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n8n orchestration: the whole workflow runs in n8n, which calls ElevenLabs for speech.</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Pattern B</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ElevenLabs orchestration: the voice agent runs the conversation and calls an n8n workflow…</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Orchestration</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Deciding which part runs, and in what order. Who is in charge.</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Webhook tool</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tool for a voice agent that calls a webhook address to trigger a workflow.</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Production URL</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webhook address that works while the workflow is active. Use it for live agents.</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Test URL</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webhook address that only works while you are listening for a test event in n8n.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Pattern A: n8n runs everything and borrows ElevenLabs for speech. Simple, one place, easy to swap services.</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Pattern B: ElevenLabs runs the conversation and calls n8n as a tool. Lower latency, advanced voice features, more parts.</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 webhook is the bridge. Use the production URL for live agents, and lock the door with a secret header where you can.</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13, RAG and agentic RAG: how to let an AI answer from your own documents instead of guessing.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1530</Words>
  <Application>Microsoft Office PowerPoint</Application>
  <PresentationFormat>On-screen Show (16:9)</PresentationFormat>
  <Paragraphs>117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 Joining ElevenLabs and n8n: two patterns</dc:title>
  <dc:subject>PptxGenJS Presentation</dc:subject>
  <dc:creator>Agentic AI Builder</dc:creator>
  <cp:lastModifiedBy>DEV DOMINIC</cp:lastModifiedBy>
  <cp:revision>2</cp:revision>
  <dcterms:created xsi:type="dcterms:W3CDTF">2026-10-28T23:53:08Z</dcterms:created>
  <dcterms:modified xsi:type="dcterms:W3CDTF">2026-10-29T00:01:05Z</dcterms:modified>
</cp:coreProperties>
</file>