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20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6. It takes about 40 minutes. Meet n8n, build a chat agent with no code, and run it live.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trigger node answers the question “what starts this?” (a chat message, a schedule, an incoming web request). Action nodes answer “what should happen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an account on n8n.io and start the free trial of n8n cloud. After the trial it is a monthly subscription. Click Create workflow. You will see an empty canvas. Give the workflow a name such as “My first agent”. Get an AI key. OpenAI needs a minimum balance. OpenRouter is a free-tier alternative, and it uses the same key idea you met in Lesson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workflow. Three boxes: Click the + on the canvas and add a chat trigger, often named On chat message. Add an AI Agent node and connect it to the trigger. On the AI Agent node, find the Chat Model slot at the bottom and click its +. Choose an OpenAI or OpenRouter chat model. Create a credential with your key when asked, then pick a model name. Open the AI Agent's options and add a System Message. This is the system prompt from Lesson 3. Here is a system message to try. You will replace the text in the middle each 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Open chat (or the chat button on the canvas) and ask a question about your text. Ask something that is not in the text. A good agent should say it cannot find it. Click Executions and open the latest run. Click each node to see what went in and what came out. Reading an execution is the most useful habit in n8n. When something goes wrong, the answer is nearly always visible there.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button is called Active in some versions and Publish in newer ones. It does the same job. Always test by hand before switching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cloud: a free trial, then a monthly subscription. OpenAI: needs a minimum balance in your account before the key works. OpenRouter: has free models with limits, which suits learning.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One step in a workflow, either a trigger or an action. Nodes are the boxes. Connected together, they make a workflow. 2. Passes data from one node to the next. Connections are the conveyor belts between stations. 3. Manual is for testing, active runs for real when the trigger fires. Always test manually first, then switch the workflow on. 4. The execution view. Executions save every run, node by node. 5. OpenRouter. OpenRouter offers some free models, with limits, using the same key idea.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2  ·  LESSON 6</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Your first n8n AI agent</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Meet n8n, build a chat agent with no code, and run it live.</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 </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n8n lets you build automations by connecting boxes on a canvas instead of writing code. Each box does one job. This week you turn what you learned about AI into working workflows.</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Find your way around n8n cloud and name its parts…</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Build and run a chat agent that has an AI model connected.</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Run a workflow by hand for testing, then switch it on for real use.</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factory assembly line</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A workflow is like an assembly line. Each station (node) does one job. Conveyor belts (connections) carry the item to the next station. Each time the line runs, that is one execution.</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five words you need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Word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Plain meaning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On the assembly line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Node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One step. It is either a trigger that starts the workflow…</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One station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Connection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line between two nodes. It passes data along.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conveyor belt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Workflow</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 set of connected nodes that does a whole job.</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entire line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Execution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One run of a workflow, saved so you can look back at it.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One batch going down the line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Template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 ready-made workflow you can copy and adapt.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 recipe card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Getting set up</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Create an account on n8n.io and start the free trial of n8n cloud. After the trial it is a monthly subscription.</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Click Create workflow. You will see an empty canvas. Give the workflow a name such as “My first agent”.</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Get an AI key.</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Keep your key private</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In n8n you paste keys into a credential, a safe box that n8n stores for you. Never paste a key into a prompt, a spreadsheet or a message.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Build the agent</a:t>
            </a:r>
            <a:endParaRPr lang="en-US" sz="3000" dirty="0"/>
          </a:p>
        </p:txBody>
      </p:sp>
      <p:sp>
        <p:nvSpPr>
          <p:cNvPr id="5" name="Shape 2"/>
          <p:cNvSpPr/>
          <p:nvPr/>
        </p:nvSpPr>
        <p:spPr>
          <a:xfrm>
            <a:off x="502920" y="1280160"/>
            <a:ext cx="8138160" cy="3174914"/>
          </a:xfrm>
          <a:prstGeom prst="roundRect">
            <a:avLst>
              <a:gd name="adj" fmla="val 2880"/>
            </a:avLst>
          </a:prstGeom>
          <a:solidFill>
            <a:srgbClr val="FFFFFF"/>
          </a:solidFill>
          <a:ln w="12700">
            <a:solidFill>
              <a:srgbClr val="CFE3E1"/>
            </a:solidFill>
            <a:prstDash val="solid"/>
          </a:ln>
        </p:spPr>
        <p:txBody>
          <a:bodyPr/>
          <a:lstStyle/>
          <a:p>
            <a:endParaRPr lang="en-US"/>
          </a:p>
        </p:txBody>
      </p:sp>
      <p:pic>
        <p:nvPicPr>
          <p:cNvPr id="6" name="Image 0" descr="The first agent: one trigger, one agent, one model. Memory and tools come next lesson."/>
          <p:cNvPicPr>
            <a:picLocks noChangeAspect="1"/>
          </p:cNvPicPr>
          <p:nvPr/>
        </p:nvPicPr>
        <p:blipFill>
          <a:blip r:embed="rId3"/>
          <a:stretch>
            <a:fillRect/>
          </a:stretch>
        </p:blipFill>
        <p:spPr>
          <a:xfrm>
            <a:off x="502920" y="1417320"/>
            <a:ext cx="8138160" cy="2900594"/>
          </a:xfrm>
          <a:prstGeom prst="rect">
            <a:avLst/>
          </a:prstGeom>
        </p:spPr>
      </p:pic>
      <p:sp>
        <p:nvSpPr>
          <p:cNvPr id="7" name="Text 3"/>
          <p:cNvSpPr/>
          <p:nvPr/>
        </p:nvSpPr>
        <p:spPr>
          <a:xfrm>
            <a:off x="502920" y="4592234"/>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The first agent: one trigger, one agent, one model. Memory and tools come next lesson.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Build the agent</a:t>
            </a:r>
            <a:endParaRPr lang="en-US" sz="30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Click the + on the canvas and add a chat trigger, often named On chat message.</a:t>
            </a:r>
            <a:endParaRPr lang="en-US" sz="1600" dirty="0"/>
          </a:p>
        </p:txBody>
      </p:sp>
      <p:sp>
        <p:nvSpPr>
          <p:cNvPr id="7"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an AI Agent node and connect it to the trigger.</a:t>
            </a:r>
            <a:endParaRPr lang="en-US" sz="1600" dirty="0"/>
          </a:p>
        </p:txBody>
      </p:sp>
      <p:sp>
        <p:nvSpPr>
          <p:cNvPr id="10"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On the AI Agent node, find the Chat Model slot at the bottom and click its +. Choose an OpenAI or OpenRouter chat model.</a:t>
            </a:r>
            <a:endParaRPr lang="en-US" sz="1600" dirty="0"/>
          </a:p>
        </p:txBody>
      </p:sp>
      <p:sp>
        <p:nvSpPr>
          <p:cNvPr id="13"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4"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Create a credential with your key when asked, then pick a model name.</a:t>
            </a:r>
            <a:endParaRPr lang="en-US" sz="1600" dirty="0"/>
          </a:p>
        </p:txBody>
      </p:sp>
      <p:sp>
        <p:nvSpPr>
          <p:cNvPr id="16"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7"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Open the AI Agent's options and add a System Message. This is the system prompt from Lesson 3.</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System message</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SYSTEM MESSAGE</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You are a helpful assistant.</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Answer questions using ONLY the text below.</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If the answer is not in the text, say: "I can't find that in the text."</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Keep answers to two sentences.</a:t>
            </a:r>
            <a:endParaRPr lang="en-US" sz="1400" dirty="0"/>
          </a:p>
          <a:p>
            <a:pPr marL="0" indent="0">
              <a:buNone/>
            </a:pP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TEXT:</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(paste a short article, a menu, or a set of opening hours here)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Test it</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Click Open chat (or the chat button on the canvas) and ask a question about your text.</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Ask something that is not in the text. A good agent should say it cannot find it.</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Click Executions and open the latest run. Click each node to see what went in and what came out.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Manual runs and live runs</a:t>
            </a:r>
            <a:endParaRPr lang="en-US" sz="3000" dirty="0"/>
          </a:p>
        </p:txBody>
      </p:sp>
      <p:sp>
        <p:nvSpPr>
          <p:cNvPr id="5" name="Shape 2"/>
          <p:cNvSpPr/>
          <p:nvPr/>
        </p:nvSpPr>
        <p:spPr>
          <a:xfrm>
            <a:off x="50292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Manual execution</a:t>
            </a:r>
            <a:endParaRPr lang="en-US" sz="2200" dirty="0"/>
          </a:p>
        </p:txBody>
      </p:sp>
      <p:sp>
        <p:nvSpPr>
          <p:cNvPr id="8" name="Text 5"/>
          <p:cNvSpPr/>
          <p:nvPr/>
        </p:nvSpPr>
        <p:spPr>
          <a:xfrm>
            <a:off x="73152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For testing. You press the button and watch it work on the canvas.</a:t>
            </a:r>
            <a:endParaRPr lang="en-US" sz="1800" dirty="0"/>
          </a:p>
        </p:txBody>
      </p:sp>
      <p:sp>
        <p:nvSpPr>
          <p:cNvPr id="9" name="Shape 6"/>
          <p:cNvSpPr/>
          <p:nvPr/>
        </p:nvSpPr>
        <p:spPr>
          <a:xfrm>
            <a:off x="468630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468630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491490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Active execution</a:t>
            </a:r>
            <a:endParaRPr lang="en-US" sz="2200" dirty="0"/>
          </a:p>
        </p:txBody>
      </p:sp>
      <p:sp>
        <p:nvSpPr>
          <p:cNvPr id="12" name="Text 9"/>
          <p:cNvSpPr/>
          <p:nvPr/>
        </p:nvSpPr>
        <p:spPr>
          <a:xfrm>
            <a:off x="491490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For real use. After you turn the workflow on, it runs by itself whenever its trigger fires.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does it cost?</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n8n cloud: a free trial, then a monthly subscription.</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OpenAI: needs a minimum balance in your account before the key works.</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OpenRouter: has free models with limits, which suits learning.</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Build a chat agent that answers questions about a short text you paste into its prompt. Run it, then open the execution view and read each step.</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DONE WHEN…</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Workflow has a chat trigger, an AI Agent and a chat model</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System message includes my text and the “only use this text” rule</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Three in-text questions answered correctly</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One out-of-text question was politely declined</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opened the execution and can name what each node received and returned</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is a node in n8n?</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What does a connection do?</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What is the difference between a manual and an active execution?</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Where do you look to see what each node received and returned in a past run?</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Which provider is a free-tier alternative when OpenAI needs a minimum balance?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n8n</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tool for building automations by connecting boxes (nodes) on a canvas.</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Node</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One step in a workflow. Either a trigger or an action.</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Trigger</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node that starts a workflow, such as a chat message or a schedule.</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Action</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node that does something after the trigger, such as call an AI or send an email.</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Connection</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line between two nodes that passes data along.</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Workflow</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set of connected nodes that does a whole job.</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n8n builds automations from connected boxes: nodes joined by connections make a workflow.</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chat agent needs three things: a trigger, an AI Agent node and a chat model.</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Test by hand, read the execution, and only then switch the workflow on.</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7, Agentic AI in n8n: give your agent tools and memory, and learn why treating the AI like a person leads to weak designs.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1714</Words>
  <Application>Microsoft Office PowerPoint</Application>
  <PresentationFormat>On-screen Show (16:9)</PresentationFormat>
  <Paragraphs>159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Your first n8n AI agent</dc:title>
  <dc:subject>PptxGenJS Presentation</dc:subject>
  <dc:creator>Agentic AI Builder</dc:creator>
  <cp:lastModifiedBy>DEV DOMINIC</cp:lastModifiedBy>
  <cp:revision>2</cp:revision>
  <dcterms:created xsi:type="dcterms:W3CDTF">2026-10-28T23:53:07Z</dcterms:created>
  <dcterms:modified xsi:type="dcterms:W3CDTF">2026-10-28T23:58:39Z</dcterms:modified>
</cp:coreProperties>
</file>