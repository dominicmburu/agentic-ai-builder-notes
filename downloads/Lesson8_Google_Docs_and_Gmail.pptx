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837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8. It takes about 45 minutes. Choose the right way to log in, then build an agent that reads a document and drafts an email.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just means proving who you are and what you are allowed to do. Think of getting into a building. OAuth2 is the “Sign in with Google” style of login. You never hand n8n your password. You approve a limited permission instead, and you can take it back at any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test document and, if you can, a spare or test email account. Make the workflow create a draft. Do not send anything until you have read it. Give the smallest permissions that do the job. When you finish the course, remove the n8n access in your Google account settings.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a test document in Google Docs: a short note, a meeting summary or a customer message. A page or less is perfect. Add a start node. A manual trigger is easiest while testing. Add the Google Docs node with the operation to get a document. Click Sign in with Google to connect, then give the document's link or ID. (You can use the Google Drive node to download a file instead.) Add an AI Agent with a chat model. In its prompt, pass in the document text. In n8n you do this with an expression, which is a small piece of code in double curly braces that pulls in data from an earlier node. You learn expressions properly in Lesson 9. Add the Gmail node, choose the draft resource and the create operation. Set a subject, and set the message to the agent's output. Run it by hand. Open Gmail and read the draft before doing anything else.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An API key. An API key is the easy pattern: copy it from the service and keep it secret. 2. Pre-configured OAuth2 login: n8n has already done the setup. That is the medium pattern. You click sign in and approve the permission. 3. So a person can check it before anything goes out. AI can make mistakes. A draft keeps a human in control. 4. Full OAuth2 for a custom integration. You set up the registration and login yourself. 5. No. Integrations are optional and you can choose different services. The patterns apply to any service. Most have free tiers.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2  ·  LESSON 8</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Connecting to Google Docs and Gmail</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Choose the right way to log in, then build an agent that reads a document and drafts an email.</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To use your own documents and email, n8n needs permission to get in. There are three ways to give that permission, from easy to hard. Pick the easiest one that works, and keep a human in the loop.</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Choose the right authentication pattern for an integration.</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Connect Google Drive or Docs and Gmail to an agent.</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Build an agent that reads a document and drafts an email reply.</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Three ways to log in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034540">
                  <a:extLst>
                    <a:ext uri="{9D8B030D-6E8A-4147-A177-3AD203B41FA5}">
                      <a16:colId xmlns:a16="http://schemas.microsoft.com/office/drawing/2014/main" val="20000"/>
                    </a:ext>
                  </a:extLst>
                </a:gridCol>
                <a:gridCol w="203454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gridCol w="203454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Level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Pattern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Everyday comparison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Easy</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API key</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 simple password-style key you copy from the service…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 house key. Whoever holds it can enter</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Pre-configured OAuth2 login</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You click “Sign in with Google”.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 hotel keycard issued at reception.</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Hard</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Full OAuth2 for a custom integration</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You register your own app with the service…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Applying to the council for your own keycard system</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Stay safe while you experiment</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Use a test document and, if you can, a spare or test email account.</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Make the workflow create a draft. Do not send anything until you have read it.</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Give the smallest permissions that do the job.</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When you finish the course, remove the n8n access in your Google account settings.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Why drafts matter</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An AI can make a mistake and write something wrong, rude or private. A draft sits in your folder waiting for you. A sent email cannot be unsent.</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Build it: read a document, draft an email</a:t>
            </a:r>
            <a:endParaRPr lang="en-US" sz="2600" dirty="0"/>
          </a:p>
        </p:txBody>
      </p:sp>
      <p:sp>
        <p:nvSpPr>
          <p:cNvPr id="5" name="Shape 2"/>
          <p:cNvSpPr/>
          <p:nvPr/>
        </p:nvSpPr>
        <p:spPr>
          <a:xfrm>
            <a:off x="502920" y="1280160"/>
            <a:ext cx="8138160" cy="1910200"/>
          </a:xfrm>
          <a:prstGeom prst="roundRect">
            <a:avLst>
              <a:gd name="adj" fmla="val 4787"/>
            </a:avLst>
          </a:prstGeom>
          <a:solidFill>
            <a:srgbClr val="FFFFFF"/>
          </a:solidFill>
          <a:ln w="12700">
            <a:solidFill>
              <a:srgbClr val="CFE3E1"/>
            </a:solidFill>
            <a:prstDash val="solid"/>
          </a:ln>
        </p:spPr>
        <p:txBody>
          <a:bodyPr/>
          <a:lstStyle/>
          <a:p>
            <a:endParaRPr lang="en-US"/>
          </a:p>
        </p:txBody>
      </p:sp>
      <p:pic>
        <p:nvPicPr>
          <p:cNvPr id="6" name="Image 0" descr="Four nodes. Nothing is sent, only saved as a draft."/>
          <p:cNvPicPr>
            <a:picLocks noChangeAspect="1"/>
          </p:cNvPicPr>
          <p:nvPr/>
        </p:nvPicPr>
        <p:blipFill>
          <a:blip r:embed="rId3"/>
          <a:stretch>
            <a:fillRect/>
          </a:stretch>
        </p:blipFill>
        <p:spPr>
          <a:xfrm>
            <a:off x="502920" y="1417320"/>
            <a:ext cx="8138160" cy="1635880"/>
          </a:xfrm>
          <a:prstGeom prst="rect">
            <a:avLst/>
          </a:prstGeom>
        </p:spPr>
      </p:pic>
      <p:sp>
        <p:nvSpPr>
          <p:cNvPr id="7" name="Text 3"/>
          <p:cNvSpPr/>
          <p:nvPr/>
        </p:nvSpPr>
        <p:spPr>
          <a:xfrm>
            <a:off x="502920" y="3327520"/>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Four nodes. Nothing is sent, only saved as a draft.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Build it: read a document, draft an email</a:t>
            </a:r>
            <a:endParaRPr lang="en-US" sz="26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Prepare a test document in Google Docs: a short note, a meeting summary or a customer message. A page or less is perfect.</a:t>
            </a:r>
            <a:endParaRPr lang="en-US" sz="1600" dirty="0"/>
          </a:p>
        </p:txBody>
      </p:sp>
      <p:sp>
        <p:nvSpPr>
          <p:cNvPr id="7"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a start node. A manual trigger is easiest while testing.</a:t>
            </a:r>
            <a:endParaRPr lang="en-US" sz="1600" dirty="0"/>
          </a:p>
        </p:txBody>
      </p:sp>
      <p:sp>
        <p:nvSpPr>
          <p:cNvPr id="10"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the Google Docs node with the operation to get a document.</a:t>
            </a:r>
            <a:endParaRPr lang="en-US" sz="1600" dirty="0"/>
          </a:p>
        </p:txBody>
      </p:sp>
      <p:sp>
        <p:nvSpPr>
          <p:cNvPr id="13"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an AI Agent with a chat model.</a:t>
            </a:r>
            <a:endParaRPr lang="en-US" sz="1600" dirty="0"/>
          </a:p>
        </p:txBody>
      </p:sp>
      <p:sp>
        <p:nvSpPr>
          <p:cNvPr id="16"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the Gmail node, choose the draft resource and the create operation.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Prompt for the agent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PROMPT FOR THE AGENT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You write short, polite email replies.</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Read the document below. Then write:</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1. A summary in three sentences.</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2. A draft email to the sender, in plain friendly language.</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Use only facts from the document. If something is unclear, say so in the email instead of guessing.</a:t>
            </a:r>
            <a:endParaRPr lang="en-US" sz="1400" dirty="0"/>
          </a:p>
          <a:p>
            <a:pPr marL="0" indent="0">
              <a:buNone/>
            </a:pP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DOCUMENT:</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(the document text goes here, inserted by n8n)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Read a document from Drive, summarise it with the model, and save the summary as a draft email. Send nothing until you have checked the draft.</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connected Google with the “Sign in with Google” login, not by pasting a password</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The workflow reads my test document</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 draft appears in Gmail</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read the draft and compared it with the document for mistakes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I can explain easy, medium and hard authentication in my own words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Which authentication pattern is a simple password-style key?</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In n8n cloud, how do Google Sheets and Gmail usually connect?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Why should the workflow create a draft instead of sending the email?</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Which pattern needs the most patience?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Must you use Google for these integrations?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Authentication</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Proving who you are and what you are allowed to do.</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API key</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simple password-style credential copied from a service. Keep it secret.</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OAuth2</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'Sign in with Google' style of login.</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Pre-configured OAuth2</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OAuth2 where n8n has already done the hard setup. You just click sign in.</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Integration</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connection between n8n and another service, such as Gmail or Google Drive.</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Draft</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email saved but not sent.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Three ways to log in: API key (easy), pre-configured OAuth2 (medium), full OAuth2 (hard). Pick the easiest that works.</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Use test documents and create drafts. Read everything before anything is sent.</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document-to-draft workflow is four nodes: start, read, AI agent, Gmail draft.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9, Data and integrations: read and write JSON inside n8n, use expressions to pull values from earlier nodes, and receive data through a webhook.</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1447</Words>
  <Application>Microsoft Office PowerPoint</Application>
  <PresentationFormat>On-screen Show (16:9)</PresentationFormat>
  <Paragraphs>126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Connecting to Google Docs and Gmail</dc:title>
  <dc:subject>PptxGenJS Presentation</dc:subject>
  <dc:creator>Agentic AI Builder</dc:creator>
  <cp:lastModifiedBy>DEV DOMINIC</cp:lastModifiedBy>
  <cp:revision>2</cp:revision>
  <dcterms:created xsi:type="dcterms:W3CDTF">2026-10-28T23:53:08Z</dcterms:created>
  <dcterms:modified xsi:type="dcterms:W3CDTF">2026-10-28T23:59:27Z</dcterms:modified>
</cp:coreProperties>
</file>